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GSMA MENA IGNITE OPEN GATEWAY HACKATHON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8FAFC"/>
                </a:solidFill>
                <a:latin typeface="Calibri"/>
              </a:rPr>
              <a:t>Smart Profits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8C56B"/>
                </a:solidFill>
                <a:latin typeface="Calibri"/>
              </a:rPr>
              <a:t>AI-Driven Financial Analytics &amp; Telco-Secured Merchant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033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Theme 4: Secure FinTech, Payments &amp; Anti-Fraud Innovation
GSMA CAMARA APIs via Nokia Network-as-Code  +  Smart Guard AI Agent (Allow / Step-up / Freeze)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91032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SIM Swap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39" y="48920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39" y="491032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Number Verif.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8" y="48920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8" y="491032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Location Verif.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7" y="48920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7" y="491032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Device Swap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996" y="48920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0996" y="491032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AI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C56B"/>
                </a:solidFill>
                <a:latin typeface="Calibri"/>
              </a:rPr>
              <a:t>Israa Nael Hamad  ·  University of Palestine, Gaza  ·  Bitsandbytesdude Software Agency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978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github.com/BITSANDBYTESDUDE/Smart-Profits  ·  bitsandbytesdude.vercel.app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One sentence for the judges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02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45336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The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56232"/>
            <a:ext cx="10881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Smart Profits is a bilingual merchant SaaS that turns messy Excel into profit decisions — protected by 4G/5G network intelligence so a stolen SIM cannot open or upload the store's financial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54096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64992"/>
            <a:ext cx="324612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MENA merchants run on Excel. Phantom profit hides real losses. SIM swap beats SMS OTP on the same login.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9260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054096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364992"/>
            <a:ext cx="324612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Financial AI + Smart Guard Agent orchestrating Nokia NaC CAMARA APIs on every sensitive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9260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054096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364992"/>
            <a:ext cx="324612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Working Next.js product. Live Nokia RapidAPI logs. Policy engine: Allow · Step-up · Freeze.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492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6752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Mandatory CAMARA — 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39" y="53492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39" y="536752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Mandatory AI Agent —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8" y="53492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8" y="536752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Theme 4 FinTech — 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77" y="53492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7" y="536752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MENA AR+EN — 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1.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P&amp;L lives in Excel. So does the fraud.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03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53896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Financial blindness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3246120" cy="2039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Messy Arabic/English Excel, CSV, PDF. Rent and salaries missing. Phantom profit looks healthy. No CFO.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53896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Profit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64792"/>
            <a:ext cx="3246120" cy="2039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Weak SKUs, unexamined margins, unplanned OpEx. A 'good month' in sales can still be cash-negative.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53896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Account takeover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64792"/>
            <a:ext cx="3246120" cy="2039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SIM swap beats SMS OTP. Attacker downloads P&amp;L, changes prices, steals sales files — the business itself.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1247120" cy="16916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Banks already buy network APIs. The SaaS that holds the merchant's books usually does not.
Theme 4 gap: financial files without telco-grade identity — on the same login SMS OTP cannot protect.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2. MARKET &amp;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Why MENA, 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04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Excel commerce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51663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WhatsApp + spreadsheet is the ERP for millions of independent stores across MENA.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SIM-swap fraud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64792"/>
            <a:ext cx="51663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High mobile-first commerce + OTP reliance = account takeover on merchant SaaS.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3756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6557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Open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51663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GSMA CAMARA makes operator APIs programmable — FinTech SaaS is the consumption layer.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3756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46557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5G/4G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76472"/>
            <a:ext cx="51663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Number Verification works because the phone is on-network — not because we sent another SMS.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3.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Two brains. One login. Network-secured books.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05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20116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Financial 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5166360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Cleans messy workbooks (AR/EN). Diagnoses store health, profit leaks, inventory. 30-day action plan. File-grounded advisor Q&amp;A — answers only from the open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532120" cy="20116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Smart Guard AI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64792"/>
            <a:ext cx="5166360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On login, register, upload, export, price change: calls Nokia Network-as-Code, fuses network + financial risk, decides Allow / Step-up / Freeze. Explains in Arabic or English.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11247120" cy="24231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C56B"/>
                </a:solidFill>
                <a:latin typeface="Calibri"/>
              </a:rPr>
              <a:t>Positioning for judges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107899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Not a generic Excel chatbot.
A FinTech control plane for SMEs — using 5G/4G CAMARA signals the way a bank uses them, on the merchant's own books.
No sensitive action completes unless Smart Guard has run the network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MANDATORY REQUIREMENT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GSMA CAMARA APIs via Nokia Network-as-Code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Accessed only through Nokia NaC — never operator-by-operator.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06 / 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17320"/>
          <a:ext cx="112471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4663440"/>
              </a:tblGrid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D1C5"/>
                          </a:solidFill>
                          <a:latin typeface="Calibri"/>
                        </a:rPr>
                        <a:t>CAMARA API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D1C5"/>
                          </a:solidFill>
                          <a:latin typeface="Calibri"/>
                        </a:rPr>
                        <a:t>Sensitive action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D1C5"/>
                          </a:solidFill>
                          <a:latin typeface="Calibri"/>
                        </a:rPr>
                        <a:t>Agent decision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Calibri"/>
                        </a:rPr>
                        <a:t>SIM Swap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Login · register · password reset · price change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Recent swap → FREEZE session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Calibri"/>
                        </a:rPr>
                        <a:t>Number Verification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Login · step-up identity (silent 4G/5G)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Network confirms MSISDN — not SMS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Calibri"/>
                        </a:rPr>
                        <a:t>Location Verification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Excel/CSV/PDF upload · P&amp;L export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Outside store geofence → block / step-up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Calibri"/>
                        </a:rPr>
                        <a:t>Device Swap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Same sensitive actions as SIM Swap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Recent device change → FREEZE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2519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FD1C5"/>
                </a:solidFill>
                <a:latin typeface="Calibri"/>
              </a:rPr>
              <a:t>Live integration: Nokia Network-as-Code on RapidAPI (passthrough CAMARA paths).
Structured server logs: [nac-live] nacMode=live provider=Nokia transport=RapidAPI status=200 requestId=…
Official test MSISDNs from Nokia docs — policy never hardcodes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MANDATORY REQUIREMENT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AI Agent orchestration — not a chatbot caption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Smart Guard is the hackathon-required agent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07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D1C5"/>
                </a:solidFill>
                <a:latin typeface="Calibri"/>
              </a:rPr>
              <a:t>1 · 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2331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Merchant action triggers guard: login, register, file upload,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45336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D1C5"/>
                </a:solidFill>
                <a:latin typeface="Calibri"/>
              </a:rPr>
              <a:t>2 ·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856232"/>
            <a:ext cx="2331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Parallel CAMARA calls via Nokia NaC: SIM Swap, Device Swap, NV, 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45336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D1C5"/>
                </a:solidFill>
                <a:latin typeface="Calibri"/>
              </a:rPr>
              <a:t>3 · 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56232"/>
            <a:ext cx="2331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Policy engine outputs exactly three decisions: ALLOW · STEP-UP · FREEZE.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41732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545336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D1C5"/>
                </a:solidFill>
                <a:latin typeface="Calibri"/>
              </a:rPr>
              <a:t>4 ·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56232"/>
            <a:ext cx="2331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Freeze = no file stored, no export. Step-up = network code (not SMS). Allow = proceed.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11247120" cy="23317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49039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C56B"/>
                </a:solidFill>
                <a:latin typeface="Calibri"/>
              </a:rPr>
              <a:t>Decision policy (lib/smart-guard/policy.ts — unchanged business rules)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069080"/>
            <a:ext cx="10789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SIM swap detected        → FREEZE
Device swap detected     → FREEZE
Location mismatch (hard) → FREEZE
Number not verified      → STEP-UP (network code)
Location soft / unknown  → STEP-UP
All signals clean        → ALLOW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4. 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Production-ready stack — not slide-only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08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39"/>
            <a:ext cx="10927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Merchant UI  ·  Next.js / TypeScript  ·  Arabic RTL + English  ·  Dashboard · Advisor · Upload ·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514600"/>
            <a:ext cx="516636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Smart Guard Agent
Orchestrates CAMARA + financial context
Allow / Step-up / Freeze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37744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514600"/>
            <a:ext cx="521208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Financial engine
Excel/CSV/PDF parse · P&amp;L · leaks · Q&amp;A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1188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749040"/>
            <a:ext cx="3246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PostgreSQL
Users · files ·
guard_decisions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61188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374904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nokia-adapter.ts
Live RapidAPI +
audit 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61188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3749040"/>
            <a:ext cx="3291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Nokia NaC
CAMARA passthrough
4G/5G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Separation of concerns (judge-friendly):
policy.ts = business rules (frozen)  ·  nokia-adapter = live HTTP  ·  nac-client = live vs mock routing  ·  enforce.ts = server-side gate on register/login/upload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5. LIVE NOKIA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Evidence judges can verify in code and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09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5389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D1C5"/>
                </a:solidFill>
                <a:latin typeface="Calibri"/>
              </a:rPr>
              <a:t>What runs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502920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With NAC_API_KEY: Smart Guard hits live RapidAPI endpoints.
SIM Swap / Device Swap / Location → HTTP 200 from Nokia.
Number Verification → 401 on sandbox (OAuth gap) → STEP-UP path — not fake success.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25880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53896"/>
            <a:ext cx="5303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Test MSISDNs (Nokia official)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64792"/>
            <a:ext cx="530352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+99999991001  → clean (register demo)
+99999991000  → SIM/device swap → FREEZE
+99999991002  → location PARTIAL → STEP-UP on upload
+99999991003  → location UNKNOWN (live only)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94760"/>
            <a:ext cx="11247120" cy="21488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C56B"/>
                </a:solidFill>
                <a:latin typeface="Calibri"/>
              </a:rPr>
              <a:t>Sample live log line (terminal)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107899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FD1C5"/>
                </a:solidFill>
                <a:latin typeface="Calibri"/>
              </a:rPr>
              <a:t>[nac-live] nacMode=live provider=Nokia transport=RapidAPI api=sim-swap endpoint=/passthrough/camara/v1/sim-swap/sim-swap/v0/check status=200 outcome=success latencyMs=877 requestId=21578300-…
Fail-closed: provider 401/403/404/429/timeout → block or step-up — never allow by default.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6. DEMO JOURNEY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Trusted merchant — usual shop (ALLOW)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53896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D1C5"/>
                </a:solidFill>
                <a:latin typeface="Calibri"/>
              </a:rP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310896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1. Register with +99999991001 + new email
2. Smart Guard: SIM Swap ✓ Device Swap ✓
3. NV unavailable (live) → network step-up code
4. Enter demo code → auto-complete registration
5. Upload messy furniture Excel
6. Ask advisor: highest profit product
7. See phantom vs real net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32588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53896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Signals shown in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64792"/>
            <a:ext cx="329184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Nokia NaC panel in overlay:
· SIM Swap (24h): OK
· Device Swap (24h): OK
· Number Verification: pending → verified
· Location Verification: TRUE / PARTIAL
Decision badge: دخول طبيعي / Allow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325880"/>
            <a:ext cx="3840480" cy="4389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453896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Calibri"/>
              </a:rPr>
              <a:t>Judge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764792"/>
            <a:ext cx="347472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Real product value (analytics) +
real network security on the
same user journey.
Not security bolted on after —
Smart Guard gates register,
login, and file upload.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7. DEMO JOURNEY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SIM swap attack — FREEZE (Theme 4 anti-fraud)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Attack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516636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Attacker with freshly swapped SIM tries login or file upload.
SMS OTP would pass. Smart Guard does not trust SMS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Agent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64792"/>
            <a:ext cx="516636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Nokia NaC SIM Swap → recent change detected
Policy → FREEZE  ·  Upload disabled  ·  Account flagged
Merchant notified in Arabic/English with CAMARA signal breakdown.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11247120" cy="228600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947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Calibri"/>
              </a:rPr>
              <a:t>Demo with +99999991000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10789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Register or login → Smart Guard overlay shows freeze
· SIM Swap: BAD (recent hours shown)
· Sensitive actions blocked until re-auth from trusted line
· Admin panel shows: مجمّد — تبديل شريحة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8. DEMO JOURNEY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Location mismatch — STEP-UP / block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516636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Session tries to upload monthly_sales.xlsx outside the store geofence.
Could be hijacked account or insider exfiltration.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Agent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64792"/>
            <a:ext cx="516636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Location Verification → PARTIAL or FALSE
Policy → STEP-UP or FREEZE (by match rate)
File never lands until Number Verification on trusted MSISDN.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11247120" cy="228600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947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Calibri"/>
              </a:rPr>
              <a:t>Demo with +99999991002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10789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Upload financial file → step-up required
Network code sent (demoCode in dev — not forgeable SMS)
After verify → upload proceeds
Logs: location-verification status=200 outcome=partial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9. 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Why Smart Profits wins Theme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13 /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258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943600"/>
              </a:tblGrid>
              <a:tr h="418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D1C5"/>
                          </a:solidFill>
                          <a:latin typeface="Calibri"/>
                        </a:rPr>
                        <a:t>Typical Excel AI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D1C5"/>
                          </a:solidFill>
                          <a:latin typeface="Calibri"/>
                        </a:rPr>
                        <a:t>Smart Profits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Calibri"/>
                        </a:rPr>
                        <a:t>Reads a spreadsheet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Reads + diagnoses + bilingual Q&amp;A on open file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Calibri"/>
                        </a:rPr>
                        <a:t>Trusts SMS OTP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SIM Swap + Number Verification via network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Calibri"/>
                        </a:rPr>
                        <a:t>No location concept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Location Verification binds uploads to store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Calibri"/>
                        </a:rPr>
                        <a:t>Chatbot only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AI Agent calls CAMARA tools + enforces freeze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Calibri"/>
                        </a:rPr>
                        <a:t>Generic SaaS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Built for MENA (RTL Arabic, messy AR/EN ledgers)</a:t>
                      </a:r>
                    </a:p>
                  </a:txBody>
                  <a:tcPr>
                    <a:solidFill>
                      <a:srgbClr val="162136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Calibri"/>
                        </a:rPr>
                        <a:t>Slide-only Open Gateway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8FAFC"/>
                          </a:solidFill>
                          <a:latin typeface="Calibri"/>
                        </a:rPr>
                        <a:t>Live Nokia NaC + structured audit logs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348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FD1C5"/>
                </a:solidFill>
                <a:latin typeface="Calibri"/>
              </a:rPr>
              <a:t>Judges see both mandatory requirements in the decision path — not in an appendix.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10.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SaaS revenue + Open Gateway COGS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14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447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alibri"/>
              </a:rPr>
              <a:t>FULL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C56B"/>
                </a:solidFill>
                <a:latin typeface="Calibri"/>
              </a:rPr>
              <a:t>Free trial · 7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Upload, diagnosis, advisor, Smart Guard demo. No card to start.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325880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447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alibri"/>
              </a:rPr>
              <a:t>SINGLE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3736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C56B"/>
                </a:solidFill>
                <a:latin typeface="Calibri"/>
              </a:rPr>
              <a:t>Pro · $49/mo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31720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P&amp;L, leaks, Q&amp;A, telco-secured login/upload/export.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25880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447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alibri"/>
              </a:rPr>
              <a:t>MULTI-BRANCH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3736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C56B"/>
                </a:solidFill>
                <a:latin typeface="Calibri"/>
              </a:rPr>
              <a:t>Business · $99/mo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31720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Tighter geofences, team seats, priority freeze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11247120" cy="16916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976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B2B2X path with operators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CAMARA calls = security COGS per sensitive action.
Future: operator bundles Number Verification + SIM Swap + Location for merchant SaaS tiers.
Smart Profits = consumption layer GSMA Open Gateway needs — not a one-hack demo.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11.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Why GSMA · Nokia · operators should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15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51663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B2B FinTech that actually consumes Open Gateway APIs at scale — login, upload, export.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Merchants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64792"/>
            <a:ext cx="51663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CFO-grade insight + bank-like protection of the files that ARE the business.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3756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6557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51663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High WhatsApp/Excel commerce, high SIM-swap fraud, low formal accounting.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3756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46557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76472"/>
            <a:ext cx="516636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AI Agent + CAMARA = template for secure SME SaaS across MENA.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12. SECURITY &amp;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Fail-closed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16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D1C5"/>
                </a:solidFill>
                <a:latin typeface="Calibri"/>
              </a:rPr>
              <a:t>Consent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Location Verification only after merchant consent. Store allow/deny + timestamp — not raw coords beyond policy.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D1C5"/>
                </a:solidFill>
                <a:latin typeface="Calibri"/>
              </a:rPr>
              <a:t>Fail-closed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52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Nokia 401/403/404/429/timeout → block or step-up. Never fail-open on provider errors.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11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D1C5"/>
                </a:solidFill>
                <a:latin typeface="Calibri"/>
              </a:rPr>
              <a:t>Passwords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95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scrypt hashed. Admin never exposes hashes. Smart Guard logs in guard_decisions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46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D1C5"/>
                </a:solidFill>
                <a:latin typeface="Calibri"/>
              </a:rPr>
              <a:t>CSRF + rate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38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Same-origin on sensitive routes. Register/login rate limited server-side.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13. PRODUCT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Working merchant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17 / 20</a:t>
            </a:r>
          </a:p>
        </p:txBody>
      </p:sp>
      <p:pic>
        <p:nvPicPr>
          <p:cNvPr id="9" name="Picture 8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3703320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3273552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Dashboard — P&amp;L &amp; health</a:t>
            </a:r>
          </a:p>
        </p:txBody>
      </p:sp>
      <p:pic>
        <p:nvPicPr>
          <p:cNvPr id="11" name="Picture 10" descr="03-advi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80160"/>
            <a:ext cx="3703320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3273552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Advisor — file Q&amp;A</a:t>
            </a:r>
          </a:p>
        </p:txBody>
      </p:sp>
      <p:pic>
        <p:nvPicPr>
          <p:cNvPr id="13" name="Picture 12" descr="04-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280160"/>
            <a:ext cx="3703320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80" y="3273552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Excel cleaned AR/EN</a:t>
            </a:r>
          </a:p>
        </p:txBody>
      </p:sp>
      <p:pic>
        <p:nvPicPr>
          <p:cNvPr id="15" name="Picture 14" descr="05-sim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03320"/>
            <a:ext cx="3703320" cy="1965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5696712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What-if simulator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14.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From hackathon prototype to MWC Doha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18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C56B"/>
                </a:solidFill>
                <a:latin typeface="Calibri"/>
              </a:rPr>
              <a:t>Phase 1 ·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Idea Capture + Pitch + architecture. Theme 4 mapping. Working product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41448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3288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C56B"/>
                </a:solidFill>
                <a:latin typeface="Calibri"/>
              </a:rPr>
              <a:t>Phase 2 ·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25496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Public deploy · 3-min demo video · live Nokia logs · HackerEarth prototype submission.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57016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48456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C56B"/>
                </a:solidFill>
                <a:latin typeface="Calibr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41064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NV OAuth on live API · operator pilot · admin guard analytics for B2B.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72584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64024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C56B"/>
                </a:solidFill>
                <a:latin typeface="Calibri"/>
              </a:rPr>
              <a:t>MWC Doha · Nov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5663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Present to telecom executives. Travel funded by GSMA for winners.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alibri"/>
              </a:rPr>
              <a:t>15.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Gaza product inside a shipping software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19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32918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Israa Nael Hamad — Founder / Product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5166360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Software Engineering, final year — University of Palestine, Gaza.
Product vision, merchant UX, bilingual FinTech experience, Theme 4 narrative.
Smart Profits is her product, incubated at Bitsandbytesdude.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532120" cy="32918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53896"/>
            <a:ext cx="5166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Mir Kashif — Principal / Technical Co-Founder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64792"/>
            <a:ext cx="5166360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Bitsandbytesdude Software Agency.
Full-stack platforms, AI agent workflows, cloud delivery.
Next.js architecture, Nokia NaC integration, Smart Guard enforcement.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0060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937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Bitsandbytesdude — high-performance software, AI automation, product systems
bitsandbytesdude.vercel.app  ·  bitsandbytesdude@gmail.com  ·  Remote-first, MENA-rooted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D1C5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Calibri"/>
              </a:rPr>
              <a:t>Advance Smart Profits to the
prototype finals under Theme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 real merchant SaaS  ·  A real AI Agent  ·  Real CAMARA APIs through Nokia Network-as-Code
Live logs · Official test MSISDNs · Fail-closed security · MENA-first bilingual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11480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3308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CAMARA via Nokia NaC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411480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39" y="413308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AI Agent orchestration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8" y="411480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8" y="413308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Live prototype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7" y="411480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7" y="413308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1C5"/>
                </a:solidFill>
                <a:latin typeface="Calibri"/>
              </a:rPr>
              <a:t>Theme 4 FinTech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FD1C5"/>
                </a:solidFill>
                <a:latin typeface="Calibri"/>
              </a:rPr>
              <a:t>3-minute live demo ready on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E8C56B"/>
                </a:solidFill>
                <a:latin typeface="Calibri"/>
              </a:rPr>
              <a:t>Israa Nael Hamad  ·  Mir Kashif  ·  Bitsandbytesdude
github.com/BITSANDBYTESDUDE/Smart-Profits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Smart Profits  ·  GSMA MENA Ignite  ·  Theme 4 Secure FinTech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