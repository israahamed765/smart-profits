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0:00–1:30. Introduce yourself. Thank Aleksi. Say: 12 minutes idea, 15 minutes questions, 3 minutes plan. Do not start with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1:30–2:00. Read the times out loud so the meeting does not drift into architecture trivia.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2:00–3:30. One sentence: we already built the finance product; this hackathon is the telco control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3:30–6:00. Stress: this is a real CAMARA use case, not a slide glued onto Excel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6:00–8:00. Say Allow / Step-up / Freeze slowly. That is the agent, not ChatGPT.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8:00–11:00. Admit Device Status was in the idea paper — ask later if we should drop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11:00–13:00. Table is what we wrote in Idea Capture. Do not invent a fifth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13:00–16:00. Ask Aleksi: can B and C be injected in NaC simulator without a live operator SIM?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16:00–17:00. Stop presenting. Hand the meeting to Aleksi.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17:00–21:00. Ask Q1 first. If he says simulator-only, skip RapidAPI. Write down the exact product names he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21:00–25:00. Q6 is the most important technical question. Do not leave without a keep/drop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25:00–28:00. Q13 is the mentor-quality question. Listen. Repeat back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28:00–29:30. Ask: can we book the second call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29:30–30:00. Stop talking. Let him answer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1488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FD1C5"/>
                </a:solidFill>
                <a:latin typeface="Calibri"/>
              </a:rPr>
              <a:t>MENA IGNITE  ·  MENTORSHIP SESSION 1  ·  30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Calibri"/>
              </a:rPr>
              <a:t>Smart Profits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C56B"/>
                </a:solidFill>
                <a:latin typeface="Calibri"/>
              </a:rPr>
              <a:t>Protect the merchant’s P&amp;L with network intelligence — not SMS.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Theme 4 · Secure FinTech / Anti-Fraud
CAMARA via Nokia Network-as-Code  ·  Smart Guard AI Agent (Allow / Step-up / Freeze)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Israa Nael Hamad  ·  University of Palestine (Gaza)  ·  Founder / Product Lead
tsraathmd@gmail.com
Mentor: Aleksi Puranen  ·  Nokia  ·  28 Aug – 10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HOW WE WILL USE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Agenda — idea first, then the hard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0–2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2704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Who we are + what we submitted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2–8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9572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Problem and product (merchant P&amp;L + SIM-swap risk)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6440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8–16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6440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How Smart Guard uses CAMARA + the 3-minute demo we promised judges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3308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16–28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3308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Questions for you (sandbox, APIs, consent, scoring, demo risk)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60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0176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C56B"/>
                </a:solidFill>
                <a:latin typeface="Calibri"/>
              </a:rPr>
              <a:t>28–30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00176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Two-week plan + one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What the judges already have from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5166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Phase 1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516636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Idea Capture (EN Word) + 10-slide pitch.
Positioning: bilingual merchant advisor that turns messy Excel/CSV/PDF into profit decisions — and blocks stolen-SIM / off-site upload of those same files.
Mandatory mapping we declared:
• Network APIs via Nokia NaC (not operator-by-operator)
• AI Agent (Smart Guard) that calls those APIs and executes policy
We did not pitch a chatbot. We pitched a control plane.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26464"/>
            <a:ext cx="5166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What we are NOT asking you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55648"/>
            <a:ext cx="516636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• Writing our product code
• Nokia internal secrets
• Changing our Theme 4 story
• Contacting other mentors
What we ARE asking:
• The honest NaC/sandbox path for a remote MENA student demo
• Which APIs to keep vs drop before prototype scoring
• What judges actually look at in a 3-minute freeze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2–5 MIN ·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P&amp;L is in Excel. So is the attack.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1. Financial blindness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329184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MENA shop owners run the store from messy Arabic/English workbooks. Phantom profit: rent and salaries missing. No CFO.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26464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2. Account takeover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55648"/>
            <a:ext cx="329184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SMS OTP is not enough. A SIM swap lets an attacker open the advisor, download P&amp;L, change prices, exfiltrate sales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26464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3. Untrusted origin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55648"/>
            <a:ext cx="320040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An upload of monthly_sales.xlsx from another city/country can be the stolen session. Banks buy network APIs. Merchant SaaS usually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5–8 MIN ·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One product, two brains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5166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Financial brain (already live)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516636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Parse messy Excel/CSV/PDF (AR+EN headers).
OpEx-aware net profit, leaks, 30-day plan.
File-grounded Q&amp;A: “highest profit product?”
Bilingual RTL/LTR UI.
Judges can see a real merchant workflow, not a mock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26464"/>
            <a:ext cx="5166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Network brain (hackathon 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55648"/>
            <a:ext cx="516636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Smart Guard Agent runs BEFORE login, upload, export, price change.
Calls Nokia NaC → CAMARA.
Returns one decision:
ALLOW  ·  STEP-UP  ·  FREEZE
No sensitive action completes unless this loop ran.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8–12 MIN · AGENT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loop we will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Merchant action  →  login  /  Excel upload  /  P&amp;L export  /  price change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Smart Guard Agent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    1. SIM Swap          → was the SIM changed recently?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    2. Number Verification → is this the real line on 4G/5G (not SMS)?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    3. Location Verification → is the device in the usual store area?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    4. Device Status (submitted; we will confirm with you if we keep it)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Policy example:  SIM Swap recent  OR  location outside store  during upload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→ FREEZE. Do not ingest the workbook. Explain in Arabic + English.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This is agentic: the system calls tools and executes policy. It does not only “recommend”.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CAMARA MAPPING AS SUBMITTED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When each API fires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457200"/>
          </a:xfrm>
          <a:prstGeom prst="roundRect">
            <a:avLst>
              <a:gd name="adj" fmla="val 8000"/>
            </a:avLst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D1C5"/>
                </a:solidFill>
                <a:latin typeface="Calibri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3533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D1C5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353312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D1C5"/>
                </a:solidFill>
                <a:latin typeface="Calibri"/>
              </a:rPr>
              <a:t>If signal is bad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3055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SIM Swap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30551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Login, reset, payout, price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30551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Do not trust OTP. Freeze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39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9067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Number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90671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Login + step-up (silent, no SMS)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90671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Identity not on the claimed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59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5079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Location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050791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File upload + report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50791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Block upload of financial files.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79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1091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Device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010911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Same sensitive actions (TBD)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010911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Keep only if sandbox supports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12–16 MIN · DEMO WE PROMISED IF SHORTLISTED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Three journeys. Two minutes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A · Trusted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329184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Login from usual store.
SIM Swap clean, number OK, location = shop.
ALLOW → upload messy Excel → “highest profit product” from that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26464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B · SIM swap / stolen 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55648"/>
            <a:ext cx="329184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Fresh SIM swap on login or export.
Agent calls SIM Swap.
FREEZE → no P&amp;L download, no price change, upload disabled.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26464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C · Strange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55648"/>
            <a:ext cx="320040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monthly_sales.xlsx from outside the branch geofence.
Location Verification fails.
Block upload until Number Verification on the trusted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What success looks like from this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1. A demo path that a judge can replay: simulator vs RapidAPI vs both.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2. A short list: keep / drop APIs so we do not overclaim Device Status.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3. Consent and identifier rules for Location Verification (phone vs device).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4. Fail-closed behaviour if NaC is down during judging (freeze vs labeled sandbox).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5. What you, as a Nokia mentor, would mark as a weak vs strong NaC integration.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Calibri"/>
              </a:rPr>
              <a:t>Remaining time is for your answers. I will take notes. I will not debate the idea.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QUESTIONS FOR ALEKSI · BLOCK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Sandbox and demo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Q1. For this hackathon, should the 3-minute judge demo use the Nokia NaC simulator, RapidAPI live keys, or both labeled in the UI?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Q2. Number Verification usually needs a device on cellular. I am remote in Gaza. What is the accepted student demo path without a partner-operator test SIM?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Q3. Can SIM Swap “recent = true” and Location “mismatch” be injected as deterministic sandbox fixtures so the freeze is replayable on stage?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Q4. Are there quota / rate-limit traps that would kill a live demo if we poll three APIs on every upload?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Q5. One NaC application for all APIs, or separate subscriptions per API for scoring?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QUESTIONS FOR ALEKSI · BLOCK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APIs, identifiers, and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Q6. Which of SIM Swap / Number Verification / Location Verification / Device Status are actually enabled on the hackathon NaC tenant today?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Q7. Device Status was in our Idea Capture. If it is weak or missing, should we drop it now rather than show a stub?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Q8. Location Verification: what identifier does NaC expect (MSISDN vs device)? What geofence model should a shop use in sandbox (radius vs civic address)?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Q9. SIM Swap maxAge: what window should a merchant-login policy use so judges do not call FREEZE a false positive?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Q10. Consent: what must the UI show before Location Verification for this event (and what must we not store)?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QUESTIONS FOR ALEKSI · BLOCK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Scoring, fail-closed, and honesty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Q11. Do judges want raw CAMARA JSON on screen, or is Allow / Step-up / Freeze + a one-line reason enough?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Q12. If NaC is down during judging, is fail-closed FREEZE acceptable, or must we show a clearly labeled local simulator?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Q13. What would you mark as a weak integration? (wrapper with no policy, SMS still in the path, API called after the file is already saved…)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Q14. Prototype package: repo README with NaC app id, 3-min video, which APIs in the description — what does HackerEarth actually score?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Q15. After 10 Sep: any realistic sandbox → MENA operator path we should mention without overclaiming Gaza connectivity?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13716"/>
          </a:xfrm>
          <a:prstGeom prst="rect">
            <a:avLst/>
          </a:prstGeom>
          <a:solidFill>
            <a:srgbClr val="E8C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alibri"/>
              </a:rPr>
              <a:t>28–30 MIN ·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If you agree, this is our next 14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329184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NaC portal access confirmed.
Keep/drop API list from you.
Happy path (Journey A) recorded.
Freeze fixture (Journey B) designed to your sandbox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26464"/>
            <a:ext cx="3291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Next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55648"/>
            <a:ext cx="329184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Journey C location mismatch.
Consent copy in AR+EN.
Fail-closed behaviour as you advised.
Second 20-min checkpoint.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26464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C56B"/>
                </a:solidFill>
                <a:latin typeface="Calibri"/>
              </a:rPr>
              <a:t>Before prototype due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55648"/>
            <a:ext cx="3200400" cy="4315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Calibri"/>
              </a:rPr>
              <a:t>3-minute video: A then B.
README: which CAMARA APIs, simulator vs live.
No Theme change. No extra mentors.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D1C5"/>
                </a:solidFill>
                <a:latin typeface="Calibri"/>
              </a:rPr>
              <a:t>ONE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Tell us the smallest honest demo
that still counts as Nokia NaC + CAMARA.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I will only contact you as assigned mentor.
Thank you, Aleksi.
Israa Nael Hamad  ·  tsraathmd@gmail.com  ·  Smart Profits  ·  Theme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Smart Profits  ·  Mentor session 1  ·  Aleksi Puranen, Nokia  ·  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